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42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989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1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148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282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643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327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1538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5242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82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186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6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INTELIGENCIA COMERCIAL – CAR WASH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Reporte y Modelos – Actualizado al 23-Nov-2025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KPIs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Ticket promedio estimado: S/ 29.03</a:t>
            </a:r>
          </a:p>
          <a:p>
            <a:r>
              <a:t>Probabilidad media de recurrencia: 19.13%</a:t>
            </a:r>
          </a:p>
          <a:p>
            <a:r>
              <a:t>Ingresos diarios esperados (forecast): S/ 251.03225806451613</a:t>
            </a:r>
          </a:p>
          <a:p>
            <a:r>
              <a:t>Elasticidad precio (placeholder): -1.2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Equilibrio de demanda (sin intervención)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La demanda diaria se estabiliza alrededor de S/ 251 con una desviación de S/ 117.</a:t>
            </a:r>
          </a:p>
          <a:p>
            <a:r>
              <a:t>El mínimo observado fue S/ 127 y el máximo S/ 575.</a:t>
            </a:r>
          </a:p>
          <a:p>
            <a:r>
              <a:t>Los picos de demanda se concentran en los días: 02-Aug, 09-Aug, 12-Aug, 20-Aug, 24-Aug, 25-Aug, 29-Aug, 30-Aug.</a:t>
            </a:r>
          </a:p>
          <a:p>
            <a:r>
              <a:t>Los valles de demanda aparecen en: 01-Aug, 03-Aug, 04-Aug, 07-Aug, 10-Aug, 15-Aug, 17-Aug, 19-Aug, 27-Aug, 28-Aug.</a:t>
            </a:r>
          </a:p>
          <a:p>
            <a:r>
              <a:t>Interpretación microeconómica: el sistema se encuentra en un equilibrio empírico 'de hecho', no necesariamente óptimo.</a:t>
            </a:r>
          </a:p>
          <a:p>
            <a:r>
              <a:t>La presencia de picos y valles muestra que la disposición a pagar y el uso del servicio varían entre días.</a:t>
            </a:r>
          </a:p>
          <a:p>
            <a:r>
              <a:t>Los picos suelen concentrarse donde la utilidad marginal del lavado es alta (clima, fin de semana, acumulación de suciedad).</a:t>
            </a:r>
          </a:p>
          <a:p>
            <a:r>
              <a:t>Los valles representan días donde la utilidad marginal es baja y solo una política de precios/promos puede elevar la demanda.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Elasticidad precio-demanda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 elasticidad precio-demanda estimada es de aproximadamente 0.00.</a:t>
            </a:r>
          </a:p>
          <a:p>
            <a:r>
              <a:t>La elasticidad estimada es inusual (cercana a cero o positiva); puede indicar problemas de datos o segmentación.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Recomendaciones de corto plazo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Activar upsell Standar → Premium en segmentos de baja elasticidad (camionetas).</a:t>
            </a:r>
          </a:p>
          <a:p>
            <a:r>
              <a:t>2) Promociones tácticas en días valle para elevar demanda por debajo del equilibrio.</a:t>
            </a:r>
          </a:p>
          <a:p>
            <a:r>
              <a:t>3) Pruebas controladas de precio en Standar para medir elasticidad real por segmento.</a:t>
            </a:r>
          </a:p>
          <a:p>
            <a:r>
              <a:t>4) Programa simple de fidelización para clientes recurrentes (placas con visitas ≥2).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ería">
  <a:themeElements>
    <a:clrScheme name="Galería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ería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ería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</TotalTime>
  <Words>317</Words>
  <Application>Microsoft Office PowerPoint</Application>
  <PresentationFormat>Presentación en pantalla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Arial</vt:lpstr>
      <vt:lpstr>Gill Sans MT</vt:lpstr>
      <vt:lpstr>Galería</vt:lpstr>
      <vt:lpstr>INTELIGENCIA COMERCIAL – CAR WASH</vt:lpstr>
      <vt:lpstr>KPIs principales</vt:lpstr>
      <vt:lpstr>Equilibrio de demanda (sin intervención)</vt:lpstr>
      <vt:lpstr>Elasticidad precio-demanda</vt:lpstr>
      <vt:lpstr>Recomendaciones de corto plazo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INTELIGENCIA COMERCIAL – CAR WASH</dc:title>
  <dc:subject/>
  <dc:creator/>
  <cp:keywords/>
  <dc:description>generated using python-pptx</dc:description>
  <cp:lastModifiedBy>Diego Di Natale</cp:lastModifiedBy>
  <cp:revision>2</cp:revision>
  <dcterms:created xsi:type="dcterms:W3CDTF">2013-01-27T09:14:16Z</dcterms:created>
  <dcterms:modified xsi:type="dcterms:W3CDTF">2025-11-24T04:55:21Z</dcterms:modified>
  <cp:category/>
</cp:coreProperties>
</file>